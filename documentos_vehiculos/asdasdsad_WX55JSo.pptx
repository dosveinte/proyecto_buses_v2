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0A4568-2985-2E8F-E122-5602461496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8CAC5D-9427-4A5C-9733-9052F0EB7C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55B4B0-5326-2A81-600E-4937AB4B4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DEE70-2692-49CC-849B-835DCC1BD690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CFED5C-CD5F-F877-82CD-998CAB2D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E7A1CFF-07D9-D16A-1741-0E4EBD4B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4A0F-E370-4B15-9AB1-C00A47FB0C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2165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FA890-0E73-205D-3923-FB73058E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5E7274-9118-9032-F5FE-FEBC95E58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932BAC-DFCF-B764-DE25-1AE1290A9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DEE70-2692-49CC-849B-835DCC1BD690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2AA55D4-0EEC-067B-73C8-2BA736B1A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D9C3C9-6FE7-5B7B-C824-01D0446D2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4A0F-E370-4B15-9AB1-C00A47FB0C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83842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3DD66A-B748-9276-0D6C-FE74901E3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B393A3-9C94-B986-3F6F-B3745D0FF6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C01957-B8CE-486B-B844-25001331E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DEE70-2692-49CC-849B-835DCC1BD690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EFC19C-1334-C464-32D4-0D874E9CE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1B9CDE-0B82-58C5-235E-CAA9AD311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4A0F-E370-4B15-9AB1-C00A47FB0C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89073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3D773E-799F-697E-3280-55E25C20F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F30C1E-C188-4E24-F775-DE7CA33ACC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4BB5124-F1BB-791D-1C02-303DB1AC6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02ADF0-B9B3-A209-E027-0901D8729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DEE70-2692-49CC-849B-835DCC1BD690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9BC39D-7407-DB6E-F22E-ED43F3F6B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117D20-2768-8D44-A294-BE651581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4A0F-E370-4B15-9AB1-C00A47FB0C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8664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295C57-2728-6B5A-4797-DADEA20DB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94314CB-99E9-2657-64CE-898A912FA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6C77DB3-939F-F9D1-302F-3066C5C062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378811B-D37C-134E-EA6E-C5B9E8EF8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A1A7BDE2-D30C-763F-FFB1-2C6F514D7E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F23296F-D369-F11F-7B95-04A132880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DEE70-2692-49CC-849B-835DCC1BD690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35D8C8B-9AFF-8DFD-D1A3-59AD07831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0C05236-71E1-DD43-1D00-C23224F60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4A0F-E370-4B15-9AB1-C00A47FB0C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8270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75E8D3-E79B-33D6-4116-EF74CDAE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A5B5E69-0BA0-FC75-6386-1FC35F06C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DEE70-2692-49CC-849B-835DCC1BD690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A7BCF2-5CB8-391B-3F04-4DDE8D660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98CF9BF-C86B-F821-A6EB-AB781CD5A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4A0F-E370-4B15-9AB1-C00A47FB0C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417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6E705E4-A1A5-3D12-62E9-EACA65786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DEE70-2692-49CC-849B-835DCC1BD690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20B809A-2178-EFC6-8337-FD966BEE1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61C65B-1B54-E196-5FA9-7532C3FAA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4A0F-E370-4B15-9AB1-C00A47FB0C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14636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ED568-EE82-FB6E-39E4-A592B3051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95CBED-EDA0-820D-BDAF-7AA01AAB4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CA170D-04AD-43DF-79DD-98F1608569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062DBE-D1EA-2339-9755-B25FFDDAE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DEE70-2692-49CC-849B-835DCC1BD690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3D7E23E-477C-9128-9AF2-1FD2273BA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A5E3FB-A30B-7FCD-53E7-840ECE7D5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4A0F-E370-4B15-9AB1-C00A47FB0C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40271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D25ECB-8514-1BD1-DC8F-A84EC9C8F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0E0076B-5BAF-A443-5064-AE24F34625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F8E50FB-A506-3D28-74B3-3F8702473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A9EA116-1DB6-77B2-5D54-97648B0D1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DEE70-2692-49CC-849B-835DCC1BD690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B41AE90-2F1B-6231-5BF1-CADE699E1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C8B382-F558-2F87-56AC-265524A6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4A0F-E370-4B15-9AB1-C00A47FB0C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5182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FA9CAD-3B68-5D51-D3A8-FE271D2F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1C741D-BD87-EE51-6C6B-1129EE3846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962A594-FC1F-9E91-3753-310FE05BD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DEE70-2692-49CC-849B-835DCC1BD690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3EA47E-5166-8825-F945-26F483EA1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18FB4F-1A23-FDBF-5642-E560A339F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4A0F-E370-4B15-9AB1-C00A47FB0C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46274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B151A31-A682-AFE6-12CB-C22ACF9D23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EC6DC9-3316-6B3F-2B68-012CF55A1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75197D-22D4-3527-571B-53944F852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1DEE70-2692-49CC-849B-835DCC1BD690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68A9E9-818D-5534-6771-43000842C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2AAC4C-C3A0-DECE-DFBC-C51B3EA6D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4A0F-E370-4B15-9AB1-C00A47FB0C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78189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B134B91-90D8-0653-D0F1-D11B506D3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AD27E2-641F-25FC-FCB7-7EDAA1B23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EB4A08-D141-7305-8C90-FA5C46400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1DEE70-2692-49CC-849B-835DCC1BD690}" type="datetimeFigureOut">
              <a:rPr lang="es-CL" smtClean="0"/>
              <a:t>21-11-2025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69A331-2916-E2C8-D616-90EC479D48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DD04162-7039-6CBD-B2A0-ABAB6B811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994A0F-E370-4B15-9AB1-C00A47FB0CCD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6473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09BE4-BB2D-2A86-53DD-1E2B8B8930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CL"/>
              <a:t>sadasdasdasd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D60543-88FF-2152-E078-8B5687770C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51182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sadasdasdasd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CHRISTOFER NICOLAS PAREDES GONZALEZ</dc:creator>
  <cp:lastModifiedBy>CHRISTOFER NICOLAS PAREDES GONZALEZ</cp:lastModifiedBy>
  <cp:revision>1</cp:revision>
  <dcterms:created xsi:type="dcterms:W3CDTF">2025-11-22T02:34:27Z</dcterms:created>
  <dcterms:modified xsi:type="dcterms:W3CDTF">2025-11-22T02:34:32Z</dcterms:modified>
</cp:coreProperties>
</file>